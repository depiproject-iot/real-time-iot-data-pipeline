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4114800" cy="411480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3474720"/>
            <a:ext cx="2377440" cy="2377440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IoT Data Pipeline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sensor data — from device to warehouse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941832" cy="384048"/>
          </a:xfrm>
          <a:prstGeom prst="roundRect">
            <a:avLst>
              <a:gd name="adj" fmla="val 4761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60520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27632" y="4160520"/>
            <a:ext cx="1655064" cy="384048"/>
          </a:xfrm>
          <a:prstGeom prst="roundRect">
            <a:avLst>
              <a:gd name="adj" fmla="val 4761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416052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19856" y="4160520"/>
            <a:ext cx="1060704" cy="384048"/>
          </a:xfrm>
          <a:prstGeom prst="roundRect">
            <a:avLst>
              <a:gd name="adj" fmla="val 4761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416052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4160520"/>
            <a:ext cx="941832" cy="384048"/>
          </a:xfrm>
          <a:prstGeom prst="roundRect">
            <a:avLst>
              <a:gd name="adj" fmla="val 4761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4160520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96712" y="4160520"/>
            <a:ext cx="1773936" cy="384048"/>
          </a:xfrm>
          <a:prstGeom prst="roundRect">
            <a:avLst>
              <a:gd name="adj" fmla="val 4761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96712" y="41605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Warehouse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Solom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does and why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an IoT environment that generates sensor data in real time and processes it through a modern streaming pipeline — mirroring how production IoT systems move data from device to analytics.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4389120" cy="1371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383280"/>
            <a:ext cx="73152" cy="1371600"/>
          </a:xfrm>
          <a:prstGeom prst="rect">
            <a:avLst/>
          </a:prstGeom>
          <a:solidFill>
            <a:srgbClr val="F5B7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566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8862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an end-to-end streaming workflow — generate, stream, process, and store sensor data using production-grade tools.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166360" y="1554480"/>
            <a:ext cx="502920" cy="502920"/>
          </a:xfrm>
          <a:prstGeom prst="ellipse">
            <a:avLst/>
          </a:prstGeom>
          <a:solidFill>
            <a:srgbClr val="D8E4E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6733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554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852160" y="18105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sensor data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166360" y="2194560"/>
            <a:ext cx="502920" cy="502920"/>
          </a:xfrm>
          <a:prstGeom prst="ellipse">
            <a:avLst/>
          </a:prstGeom>
          <a:solidFill>
            <a:srgbClr val="D8E4E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231343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52160" y="21945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852160" y="24505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messages in real time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166360" y="2834640"/>
            <a:ext cx="502920" cy="502920"/>
          </a:xfrm>
          <a:prstGeom prst="ellipse">
            <a:avLst/>
          </a:prstGeom>
          <a:solidFill>
            <a:srgbClr val="D8E4E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295351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52160" y="28346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852160" y="30906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clean streams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166360" y="3474720"/>
            <a:ext cx="502920" cy="502920"/>
          </a:xfrm>
          <a:prstGeom prst="ellipse">
            <a:avLst/>
          </a:prstGeom>
          <a:solidFill>
            <a:srgbClr val="D8E4E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359359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852160" y="34747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852160" y="37307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all services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166360" y="4114800"/>
            <a:ext cx="502920" cy="502920"/>
          </a:xfrm>
          <a:prstGeom prst="ellipse">
            <a:avLst/>
          </a:prstGeom>
          <a:solidFill>
            <a:srgbClr val="D8E4E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232" y="4233672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852160" y="41148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Warehouse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852160" y="43708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processed data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 through five stages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4924" y="1691640"/>
            <a:ext cx="141732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4924" y="1691640"/>
            <a:ext cx="1417320" cy="91440"/>
          </a:xfrm>
          <a:prstGeom prst="rect">
            <a:avLst/>
          </a:prstGeom>
          <a:solidFill>
            <a:srgbClr val="F5B7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196596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031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4924" y="2651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0644" y="2880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0644" y="31729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+ humidity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2496312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199132" y="1691640"/>
            <a:ext cx="141732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199132" y="1691640"/>
            <a:ext cx="1417320" cy="91440"/>
          </a:xfrm>
          <a:prstGeom prst="rect">
            <a:avLst/>
          </a:prstGeom>
          <a:solidFill>
            <a:srgbClr val="F5B7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87752" y="196596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21031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99132" y="2651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244852" y="2880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2244852" y="31729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Kafka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496312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863340" y="1691640"/>
            <a:ext cx="141732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863340" y="1691640"/>
            <a:ext cx="1417320" cy="91440"/>
          </a:xfrm>
          <a:prstGeom prst="rect">
            <a:avLst/>
          </a:prstGeom>
          <a:solidFill>
            <a:srgbClr val="F5B7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251960" y="196596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210312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63340" y="2651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909060" y="2880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3909060" y="31729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+ buffer</a:t>
            </a:r>
            <a:endParaRPr lang="en-US" sz="10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2496312"/>
            <a:ext cx="201168" cy="20116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5527548" y="1691640"/>
            <a:ext cx="141732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527548" y="1691640"/>
            <a:ext cx="1417320" cy="91440"/>
          </a:xfrm>
          <a:prstGeom prst="rect">
            <a:avLst/>
          </a:prstGeom>
          <a:solidFill>
            <a:srgbClr val="F5B7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5916168" y="196596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328" y="2103120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527548" y="2651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5573268" y="2880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5573268" y="31729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transform</a:t>
            </a:r>
            <a:endParaRPr lang="en-US" sz="10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7728" y="2496312"/>
            <a:ext cx="201168" cy="201168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7191756" y="1691640"/>
            <a:ext cx="141732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7191756" y="1691640"/>
            <a:ext cx="1417320" cy="91440"/>
          </a:xfrm>
          <a:prstGeom prst="rect">
            <a:avLst/>
          </a:prstGeom>
          <a:solidFill>
            <a:srgbClr val="F5B7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7580376" y="196596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7536" y="2103120"/>
            <a:ext cx="365760" cy="36576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191756" y="2651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7237476" y="2880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400" dirty="0"/>
          </a:p>
        </p:txBody>
      </p:sp>
      <p:sp>
        <p:nvSpPr>
          <p:cNvPr id="42" name="Text 31"/>
          <p:cNvSpPr/>
          <p:nvPr/>
        </p:nvSpPr>
        <p:spPr>
          <a:xfrm>
            <a:off x="7237476" y="31729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storage</a:t>
            </a:r>
            <a:endParaRPr lang="en-US" sz="1000" dirty="0"/>
          </a:p>
        </p:txBody>
      </p:sp>
      <p:sp>
        <p:nvSpPr>
          <p:cNvPr id="43" name="Shape 32"/>
          <p:cNvSpPr/>
          <p:nvPr/>
        </p:nvSpPr>
        <p:spPr>
          <a:xfrm>
            <a:off x="548640" y="4069080"/>
            <a:ext cx="8046720" cy="777240"/>
          </a:xfrm>
          <a:prstGeom prst="rect">
            <a:avLst/>
          </a:prstGeom>
          <a:solidFill>
            <a:srgbClr val="0B17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77724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payload</a:t>
            </a:r>
            <a:endParaRPr lang="en-US" sz="1000" dirty="0"/>
          </a:p>
        </p:txBody>
      </p:sp>
      <p:sp>
        <p:nvSpPr>
          <p:cNvPr id="45" name="Text 34"/>
          <p:cNvSpPr/>
          <p:nvPr/>
        </p:nvSpPr>
        <p:spPr>
          <a:xfrm>
            <a:off x="777240" y="437083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"temperature": 27.5, "humidity": 63, "timestamp": "2026-05-20 10:30:00" 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Layers 1 &amp; 2 — Producer &amp; Kafka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stream, then transport it reliably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333756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93192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276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23444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IoT devices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26974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temperature + humidity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timestamp to each reading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messages to a Kafka topic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continuously to mimic real sensors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1508760"/>
            <a:ext cx="3931920" cy="333756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508760"/>
            <a:ext cx="393192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45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6276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34924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Kafka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89204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 between producer &amp; consumer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37760" y="26974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messages for downstream consumers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real-time, high-throughput streams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producers from consumers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messages if Spark restarts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 — Spark Consumer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Structured Streaming reads from Kafka and processes each record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37360" y="22677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malformed records &amp; enforce schema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39319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92024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852160" y="22677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nulls, normalize values, dedupe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39319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5661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490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373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types, parse timestamps, enrich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3200400"/>
            <a:ext cx="39319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5661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7490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58521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invalid sensor readings &amp; outliers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0B17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clean, structured stream ready for the warehouse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Storage, Docker &amp; Running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lands, how the stack is packaged, and how to start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74320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1737360"/>
            <a:ext cx="1463040" cy="1463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10312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lands here and powers reporting, dashboards, analytics, and sensor monitoring.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20440" y="1508760"/>
            <a:ext cx="274320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0520" y="1737360"/>
            <a:ext cx="1463040" cy="1463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0312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57600" y="370332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 ·  Zookeeper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 ·  Producer  ·  Consumer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setup &amp; consistent envs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92240" y="1508760"/>
            <a:ext cx="2606040" cy="3383280"/>
          </a:xfrm>
          <a:prstGeom prst="rect">
            <a:avLst/>
          </a:prstGeom>
          <a:solidFill>
            <a:srgbClr val="0B173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6294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62940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commands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629400" y="23774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903720" y="2377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containers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629400" y="2624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629400" y="2971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903720" y="2971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producer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62940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producer.py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629400" y="35661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90372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consumer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629400" y="3813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spark-submit spark_consumer.py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hard to get right, and where the project goes from here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3337560"/>
          </a:xfrm>
          <a:prstGeom prst="rect">
            <a:avLst/>
          </a:prstGeom>
          <a:solidFill>
            <a:srgbClr val="F4F7FA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73152" cy="3337560"/>
          </a:xfrm>
          <a:prstGeom prst="rect">
            <a:avLst/>
          </a:prstGeom>
          <a:solidFill>
            <a:srgbClr val="F5B7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194560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 communication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 configuration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+ Kafka integration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schema handling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deps inside containers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508760"/>
            <a:ext cx="3931920" cy="33375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916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83480" y="2194560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system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monitoring &amp; logging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monitoring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scheduling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7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3474720" cy="3474720"/>
          </a:xfrm>
          <a:prstGeom prst="ellips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097280"/>
            <a:ext cx="3200400" cy="3200400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teaches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97480" cy="23774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fundamentals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1821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topics, brokers, and how Spark Structured Streaming consumes them.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83280" y="1828800"/>
            <a:ext cx="2697480" cy="23774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0" y="205740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1945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11880" y="31821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handling, validation, and clean transforms on live data.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2697480" cy="23774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92240" y="205740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1945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stacks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46520" y="31821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multi-service pipeline reliably with Docker Compose.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IoT streaming, built with the tools the industry actually uses.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Data Pipeline</dc:title>
  <dc:subject>PptxGenJS Presentation</dc:subject>
  <dc:creator>Solom</dc:creator>
  <cp:lastModifiedBy>Solom</cp:lastModifiedBy>
  <cp:revision>1</cp:revision>
  <dcterms:created xsi:type="dcterms:W3CDTF">2026-05-21T18:28:32Z</dcterms:created>
  <dcterms:modified xsi:type="dcterms:W3CDTF">2026-05-21T18:28:32Z</dcterms:modified>
</cp:coreProperties>
</file>